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webp"/><Relationship Id="rId2" Type="http://schemas.openxmlformats.org/officeDocument/2006/relationships/image" Target="../media/image-6-2.webp"/><Relationship Id="rId3" Type="http://schemas.openxmlformats.org/officeDocument/2006/relationships/image" Target="../media/image-6-1.webp"/><Relationship Id="rId4" Type="http://schemas.openxmlformats.org/officeDocument/2006/relationships/image" Target="../media/image-6-4.webp"/><Relationship Id="rId5" Type="http://schemas.openxmlformats.org/officeDocument/2006/relationships/image" Target="../media/image-6-1.webp"/><Relationship Id="rId6" Type="http://schemas.openxmlformats.org/officeDocument/2006/relationships/image" Target="../media/image-6-6.webp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7A603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PARQUETEUR · PARIS &amp; ÎLE-DE-FRANCE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Ponçage Parquet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Vitrification François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9A92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 ne rénove pas des parquets.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9A92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 révèle des bois destinés à traverser les océans.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069080"/>
            <a:ext cx="3200400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63 € TTC/m²  ·  700+ chantiers  ·  220+ avis Google 4,9/5  ·  Depuis 2016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7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INDÉPENDANT · MONTROUGE (92120) · SPÉCIALISATION EXCLUSIVE DEPUIS 2016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François Gaillard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Spécialiste parquet ancien Paris — exclusivement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5303520" cy="228600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57400"/>
            <a:ext cx="45720" cy="2286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4884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ne pose pas de parquet. Je ne peins pas. Je ne fais pas de carrelage.
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2016, je fais une seule chose : </a:t>
            </a:r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révéler les parquets haussmanniens anciens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personne d'autre ne sait traiter correctement.
</a:t>
            </a:r>
            <a:pPr indent="0" marL="0">
              <a:lnSpc>
                <a:spcPct val="160000"/>
              </a:lnSpc>
              <a:buNone/>
            </a:pPr>
            <a:r>
              <a:rPr lang="en-US" sz="1300" i="1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concentration totale sur un seul métier, c'est ce qui fait la différence.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2057400"/>
            <a:ext cx="2834640" cy="105156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0" y="2057400"/>
            <a:ext cx="45720" cy="10515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6080760" y="21671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ACTIVITÉ DEPUIS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80760" y="2386584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80760" y="29900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ans · spécialisation exclusive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3200400"/>
            <a:ext cx="2834640" cy="114300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3200400"/>
            <a:ext cx="45720" cy="1143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33101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CHANTIERS RÉALISÉS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80760" y="3529584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080760" y="41330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Personnellement · Jamais sous-traités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François Gaillard · Spécialiste parquet ancien Paris · 07 83 92 58 94 · poncageparquetvitrificationfrancois.com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7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PARQUET HAUSSMANNIEN · UN PATRIMOINE IRREMPLAÇABLE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Ces parquets ont 150 ans.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Ils méritent mieux qu'un généraliste.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2011680" cy="246888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194560"/>
            <a:ext cx="2011680" cy="347472"/>
          </a:xfrm>
          <a:prstGeom prst="rect">
            <a:avLst/>
          </a:prstGeom>
          <a:solidFill>
            <a:srgbClr val="7A6030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222199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1669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Colbert plante des millions de chênes sous Louis XIV pour la marine royale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42032" y="2194560"/>
            <a:ext cx="2011680" cy="246888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42032" y="2194560"/>
            <a:ext cx="2011680" cy="347472"/>
          </a:xfrm>
          <a:prstGeom prst="rect">
            <a:avLst/>
          </a:prstGeom>
          <a:solidFill>
            <a:srgbClr val="7A6030"/>
          </a:solidFill>
          <a:ln/>
        </p:spPr>
      </p:sp>
      <p:sp>
        <p:nvSpPr>
          <p:cNvPr id="11" name="Text 9"/>
          <p:cNvSpPr/>
          <p:nvPr/>
        </p:nvSpPr>
        <p:spPr>
          <a:xfrm>
            <a:off x="2615184" y="222199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XIXe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33472" y="2633472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bateaux à vapeur rendent le bois obsolète — les chênes centenaires cherchent un destin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18304" y="2194560"/>
            <a:ext cx="2011680" cy="246888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18304" y="2194560"/>
            <a:ext cx="2011680" cy="347472"/>
          </a:xfrm>
          <a:prstGeom prst="rect">
            <a:avLst/>
          </a:prstGeom>
          <a:solidFill>
            <a:srgbClr val="7A6030"/>
          </a:solidFill>
          <a:ln/>
        </p:spPr>
      </p:sp>
      <p:sp>
        <p:nvSpPr>
          <p:cNvPr id="15" name="Text 13"/>
          <p:cNvSpPr/>
          <p:nvPr/>
        </p:nvSpPr>
        <p:spPr>
          <a:xfrm>
            <a:off x="4791456" y="222199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1853-1870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9744" y="2633472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Haussmann transforme Paris — ces chênes de 150-250 ans deviennent vos parquets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94576" y="2194560"/>
            <a:ext cx="2011680" cy="246888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94576" y="2194560"/>
            <a:ext cx="2011680" cy="34747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6967728" y="222199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B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Aujourd'hui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86016" y="2633472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les ponce, je les révèle. Chaque chantier est une rencontre avec un bois qui a tout traversé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François Gaillard · Spécialiste parquet ancien Paris · 07 83 92 58 94 · poncageparquetvitrificationfrancois.com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7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MÉTHODE · 6 ÉTAPES · CE QUE SEUL UN SPÉCIALISTE PEUT FAIRE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méthode construite sur 700 chantiers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743200" cy="141732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00200"/>
            <a:ext cx="411480" cy="1417320"/>
          </a:xfrm>
          <a:prstGeom prst="rect">
            <a:avLst/>
          </a:prstGeom>
          <a:solidFill>
            <a:srgbClr val="7A6030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196596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1709928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SMS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039112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→ épaisseur, motif, état. Devis immédiat sans déplacement.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743200" cy="141732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600200"/>
            <a:ext cx="411480" cy="1417320"/>
          </a:xfrm>
          <a:prstGeom prst="rect">
            <a:avLst/>
          </a:prstGeom>
          <a:solidFill>
            <a:srgbClr val="7A6030"/>
          </a:solidFill>
          <a:ln/>
        </p:spPr>
      </p:sp>
      <p:sp>
        <p:nvSpPr>
          <p:cNvPr id="12" name="Text 10"/>
          <p:cNvSpPr/>
          <p:nvPr/>
        </p:nvSpPr>
        <p:spPr>
          <a:xfrm>
            <a:off x="3218688" y="196596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03320" y="1709928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2039112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Fixation des lames, protection des seuils. Travail en journée, voisins prévenus.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600200"/>
            <a:ext cx="2743200" cy="141732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600200"/>
            <a:ext cx="411480" cy="1417320"/>
          </a:xfrm>
          <a:prstGeom prst="rect">
            <a:avLst/>
          </a:prstGeom>
          <a:solidFill>
            <a:srgbClr val="7A6030"/>
          </a:solidFill>
          <a:ln/>
        </p:spPr>
      </p:sp>
      <p:sp>
        <p:nvSpPr>
          <p:cNvPr id="17" name="Text 15"/>
          <p:cNvSpPr/>
          <p:nvPr/>
        </p:nvSpPr>
        <p:spPr>
          <a:xfrm>
            <a:off x="6144768" y="196596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629400" y="1709928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Ponçage diamant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2039112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planétaire HTC + abrasifs diamant grain 70. Zéro marque directionnelle.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2743200" cy="141732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200400"/>
            <a:ext cx="411480" cy="1417320"/>
          </a:xfrm>
          <a:prstGeom prst="rect">
            <a:avLst/>
          </a:prstGeom>
          <a:solidFill>
            <a:srgbClr val="7A6030"/>
          </a:solidFill>
          <a:ln/>
        </p:spPr>
      </p:sp>
      <p:sp>
        <p:nvSpPr>
          <p:cNvPr id="22" name="Text 20"/>
          <p:cNvSpPr/>
          <p:nvPr/>
        </p:nvSpPr>
        <p:spPr>
          <a:xfrm>
            <a:off x="292608" y="356616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77240" y="3310128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Finition 60→120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3639312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grain efface le précédent. Le bois révèle sa teinte d'origine.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200400"/>
            <a:ext cx="2743200" cy="141732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200400"/>
            <a:ext cx="411480" cy="1417320"/>
          </a:xfrm>
          <a:prstGeom prst="rect">
            <a:avLst/>
          </a:prstGeom>
          <a:solidFill>
            <a:srgbClr val="7A6030"/>
          </a:solidFill>
          <a:ln/>
        </p:spPr>
      </p:sp>
      <p:sp>
        <p:nvSpPr>
          <p:cNvPr id="27" name="Text 25"/>
          <p:cNvSpPr/>
          <p:nvPr/>
        </p:nvSpPr>
        <p:spPr>
          <a:xfrm>
            <a:off x="3218688" y="356616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703320" y="3310128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1ère couche + égrenage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03320" y="3639312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Bona Mega Evo. Séchage 1-2h. Égrenage — l'étape que les autres sautent.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200400"/>
            <a:ext cx="2743200" cy="141732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200400"/>
            <a:ext cx="411480" cy="1417320"/>
          </a:xfrm>
          <a:prstGeom prst="rect">
            <a:avLst/>
          </a:prstGeom>
          <a:solidFill>
            <a:srgbClr val="7A6030"/>
          </a:solidFill>
          <a:ln/>
        </p:spPr>
      </p:sp>
      <p:sp>
        <p:nvSpPr>
          <p:cNvPr id="32" name="Text 30"/>
          <p:cNvSpPr/>
          <p:nvPr/>
        </p:nvSpPr>
        <p:spPr>
          <a:xfrm>
            <a:off x="6144768" y="356616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629400" y="3310128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2ème et 3ème couches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29400" y="3639312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Finition mat, satiné ou brillant. Réintégration 8h après. Durée de vie : 10-15 ans.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François Gaillard · Spécialiste parquet ancien Paris · 07 83 92 58 94 · poncageparquetvitrificationfrancois.com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7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MATÉRIEL · LE STANDARD LE PLUS ÉLEVÉ DU MARCHÉ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matériel fait la différence.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Surtout sur un parquet de 150 ans.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2011680"/>
            <a:ext cx="8595360" cy="82296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2011680"/>
            <a:ext cx="45720" cy="8229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84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planétaire HTC Husqvarna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59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Suède · Standard professionnel le plus élevé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0" y="208483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disques satellites multidirectionnels. Aucune marque directionnelle — même sur le point de Hongrie et le Versailles. La machine tambour laisse des marques irréversibles. Je n'utilise que la planétaire.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8595360" cy="82296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971800"/>
            <a:ext cx="45720" cy="822960"/>
          </a:xfrm>
          <a:prstGeom prst="rect">
            <a:avLst/>
          </a:prstGeom>
          <a:solidFill>
            <a:srgbClr val="7CB8B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44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Aspirateur Festool CTL 48 E HEPA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3192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 des particules fines à la source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304495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Pratiquement zéro poussière dans l'appartement. Idéal pour les familles avec enfants, bébés, animaux. Pas besoin de tout emballer avant le chantier.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931920"/>
            <a:ext cx="8595360" cy="82296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931920"/>
            <a:ext cx="45720" cy="822960"/>
          </a:xfrm>
          <a:prstGeom prst="rect">
            <a:avLst/>
          </a:prstGeom>
          <a:solidFill>
            <a:srgbClr val="7CB87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050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Bona Mega Evo — vernis professionnel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279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aqueuse · COV &lt;3% · Suède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0" y="400507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jaunissant. Auto-réticulant. 3 couches avec égrenage. Réintégration 8h. Durée de vie 10-15 ans. Le seul vernis que j'utilise depuis le premier jour.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François Gaillard · Spécialiste parquet ancien Paris · 07 83 92 58 94 · poncageparquetvitrificationfrancois.com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7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· AVANT &amp; APRÈS · LES PHOTOS PARLENT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je révèle à chaque chantier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1371600" cy="228600"/>
          </a:xfrm>
          <a:prstGeom prst="rect">
            <a:avLst/>
          </a:prstGeom>
          <a:solidFill>
            <a:srgbClr val="4A3A1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600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900" dirty="0"/>
          </a:p>
        </p:txBody>
      </p:sp>
      <p:pic>
        <p:nvPicPr>
          <p:cNvPr id="7" name="Image 0" descr="/mnt/user-data/uploads/1773926082342_renovation-parquet-paris-15-rue-gerbert-avant.web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828800"/>
            <a:ext cx="1371600" cy="1645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514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011680" y="1600200"/>
            <a:ext cx="1051560" cy="228600"/>
          </a:xfrm>
          <a:prstGeom prst="rect">
            <a:avLst/>
          </a:prstGeom>
          <a:solidFill>
            <a:srgbClr val="7A6030"/>
          </a:solidFill>
          <a:ln/>
        </p:spPr>
      </p:sp>
      <p:sp>
        <p:nvSpPr>
          <p:cNvPr id="10" name="Text 7"/>
          <p:cNvSpPr/>
          <p:nvPr/>
        </p:nvSpPr>
        <p:spPr>
          <a:xfrm>
            <a:off x="2011680" y="16002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900" dirty="0"/>
          </a:p>
        </p:txBody>
      </p:sp>
      <p:pic>
        <p:nvPicPr>
          <p:cNvPr id="11" name="Image 1" descr="/mnt/user-data/uploads/1773926061728_vitrification-parquet-point-hongrie-paris-16-apres.webp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11680" y="1828800"/>
            <a:ext cx="1051560" cy="1645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" y="354787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haussmannien · Paris 15e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154680" y="1600200"/>
            <a:ext cx="1371600" cy="228600"/>
          </a:xfrm>
          <a:prstGeom prst="rect">
            <a:avLst/>
          </a:prstGeom>
          <a:solidFill>
            <a:srgbClr val="4A3A1A"/>
          </a:solidFill>
          <a:ln/>
        </p:spPr>
      </p:sp>
      <p:sp>
        <p:nvSpPr>
          <p:cNvPr id="14" name="Text 10"/>
          <p:cNvSpPr/>
          <p:nvPr/>
        </p:nvSpPr>
        <p:spPr>
          <a:xfrm>
            <a:off x="3154680" y="1600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900" dirty="0"/>
          </a:p>
        </p:txBody>
      </p:sp>
      <p:pic>
        <p:nvPicPr>
          <p:cNvPr id="15" name="Image 2" descr="/mnt/user-data/uploads/1773926082342_renovation-parquet-paris-15-rue-gerbert-avant.webp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54680" y="1828800"/>
            <a:ext cx="1371600" cy="1645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0" y="2514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4892040" y="1600200"/>
            <a:ext cx="1051560" cy="228600"/>
          </a:xfrm>
          <a:prstGeom prst="rect">
            <a:avLst/>
          </a:prstGeom>
          <a:solidFill>
            <a:srgbClr val="7A6030"/>
          </a:solidFill>
          <a:ln/>
        </p:spPr>
      </p:sp>
      <p:sp>
        <p:nvSpPr>
          <p:cNvPr id="18" name="Text 13"/>
          <p:cNvSpPr/>
          <p:nvPr/>
        </p:nvSpPr>
        <p:spPr>
          <a:xfrm>
            <a:off x="4892040" y="16002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900" dirty="0"/>
          </a:p>
        </p:txBody>
      </p:sp>
      <p:pic>
        <p:nvPicPr>
          <p:cNvPr id="19" name="Image 3" descr="/mnt/user-data/outputs/poncage-vitrification-parquet-paris-15-apres.webp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92040" y="1828800"/>
            <a:ext cx="1051560" cy="1645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154680" y="354787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Lames droites · Paris 15e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6035040" y="1600200"/>
            <a:ext cx="1371600" cy="228600"/>
          </a:xfrm>
          <a:prstGeom prst="rect">
            <a:avLst/>
          </a:prstGeom>
          <a:solidFill>
            <a:srgbClr val="4A3A1A"/>
          </a:solidFill>
          <a:ln/>
        </p:spPr>
      </p:sp>
      <p:sp>
        <p:nvSpPr>
          <p:cNvPr id="22" name="Text 16"/>
          <p:cNvSpPr/>
          <p:nvPr/>
        </p:nvSpPr>
        <p:spPr>
          <a:xfrm>
            <a:off x="6035040" y="1600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900" dirty="0"/>
          </a:p>
        </p:txBody>
      </p:sp>
      <p:pic>
        <p:nvPicPr>
          <p:cNvPr id="23" name="Image 4" descr="/mnt/user-data/uploads/1773926082342_renovation-parquet-paris-15-rue-gerbert-avant.webp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035040" y="1828800"/>
            <a:ext cx="1371600" cy="16459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52360" y="2514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18"/>
          <p:cNvSpPr/>
          <p:nvPr/>
        </p:nvSpPr>
        <p:spPr>
          <a:xfrm>
            <a:off x="7772400" y="1600200"/>
            <a:ext cx="1051560" cy="228600"/>
          </a:xfrm>
          <a:prstGeom prst="rect">
            <a:avLst/>
          </a:prstGeom>
          <a:solidFill>
            <a:srgbClr val="7A6030"/>
          </a:solidFill>
          <a:ln/>
        </p:spPr>
      </p:sp>
      <p:sp>
        <p:nvSpPr>
          <p:cNvPr id="26" name="Text 19"/>
          <p:cNvSpPr/>
          <p:nvPr/>
        </p:nvSpPr>
        <p:spPr>
          <a:xfrm>
            <a:off x="7772400" y="16002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900" dirty="0"/>
          </a:p>
        </p:txBody>
      </p:sp>
      <p:pic>
        <p:nvPicPr>
          <p:cNvPr id="27" name="Image 5" descr="/mnt/user-data/outputs/poncage-parquet-paris-17-rue-villiers.webp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772400" y="1828800"/>
            <a:ext cx="1051560" cy="16459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035040" y="354787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final · Paris 17e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274320" y="3931920"/>
            <a:ext cx="8595360" cy="640080"/>
          </a:xfrm>
          <a:prstGeom prst="rect">
            <a:avLst/>
          </a:prstGeom>
          <a:solidFill>
            <a:srgbClr val="1A1710"/>
          </a:solidFill>
          <a:ln/>
        </p:spPr>
      </p:sp>
      <p:sp>
        <p:nvSpPr>
          <p:cNvPr id="30" name="Shape 22"/>
          <p:cNvSpPr/>
          <p:nvPr/>
        </p:nvSpPr>
        <p:spPr>
          <a:xfrm>
            <a:off x="274320" y="3931920"/>
            <a:ext cx="45720" cy="640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1" name="Text 23"/>
          <p:cNvSpPr/>
          <p:nvPr/>
        </p:nvSpPr>
        <p:spPr>
          <a:xfrm>
            <a:off x="457200" y="40050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2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"Chaque parquet ponçé me révèle ce que le bois a traversé. C'est pour ça que je fais ce métier."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7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· TRANSPARENT · FIXE · SANS SURPRISE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seul tarif. Tout compris.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3657600" cy="292608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3657600" cy="34747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81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UNIQUE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63 €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/ m²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Ponçage + vitrification 3 couches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Bona Mega Evo avec égrenage inclus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arrondissements Paris + 92 93 94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4572000" cy="292608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554480"/>
            <a:ext cx="4572000" cy="347472"/>
          </a:xfrm>
          <a:prstGeom prst="rect">
            <a:avLst/>
          </a:prstGeom>
          <a:solidFill>
            <a:srgbClr val="7A6030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581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INCLUS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199339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Ponçage machine planétaire HTC Husqvarna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232257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Abrasifs diamant grain 70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265176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Aspiration HEPA — pratiquement sans poussière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298094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couches Bona Mega Evo avec égrenage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331012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Finition au choix — mat, satiné ou brillant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363931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Pas de supplément pour point de Hongrie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396849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Pas de majoration géographique dans Paris + IDF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François Gaillard · Spécialiste parquet ancien Paris · 07 83 92 58 94 · poncageparquetvitrificationfrancois.com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7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· 220+ AVIS GOOGLE · 4,9/5 · 9 ANS DE RÉGULARITÉ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mes clients disent.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920240" cy="137160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45720" cy="13716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642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GOOGLE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883664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4,9/5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Vérifiable sur Google Maps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554480"/>
            <a:ext cx="1920240" cy="137160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554480"/>
            <a:ext cx="45720" cy="13716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6642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CLIENTS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60320" y="1883664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60320" y="24871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9 ans continus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0" y="1554480"/>
            <a:ext cx="1920240" cy="137160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1554480"/>
            <a:ext cx="45720" cy="13716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6642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17720" y="1883664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700+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617720" y="24871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réalisés personnellement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37960" y="1554480"/>
            <a:ext cx="2286000" cy="137160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1554480"/>
            <a:ext cx="45720" cy="13716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66420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SIRET VÉRIFIÉ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75120" y="1883664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811820125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00011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365760" y="3154680"/>
            <a:ext cx="2697480" cy="164592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154680"/>
            <a:ext cx="269748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2461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" y="35661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9A92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 François a révélé notre parquet point de Hongrie comme neuf. On ne pensait pas que c'était encore possible. »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" y="45262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Paris 16e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46120" y="3154680"/>
            <a:ext cx="2697480" cy="164592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3154680"/>
            <a:ext cx="269748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1" name="Text 29"/>
          <p:cNvSpPr/>
          <p:nvPr/>
        </p:nvSpPr>
        <p:spPr>
          <a:xfrm>
            <a:off x="3246120" y="32461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55848" y="35661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9A92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 Travail impeccable, sans poussière, tarif annoncé respecté. Je recommande sans hésiter à tous mes voisins. »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55848" y="45262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Paris 7e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3154680"/>
            <a:ext cx="2697480" cy="164592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3154680"/>
            <a:ext cx="269748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32461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36208" y="35661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9A92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 Il travaille seul, il prend soin du parquet comme si c'était le sien. C'est rare aujourd'hui. »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36208" y="45262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Neuilly-sur-Seine (92)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François Gaillard · Spécialiste parquet ancien Paris · 07 83 92 58 94 · poncageparquetvitrificationfrancois.com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7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D'INTERVENTION · PARIS TOUS ARRONDISSEMENTS · BANLIEUE PROCHE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J'interviens dans tout Paris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la banlieue proche.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5029200" cy="256032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011680"/>
            <a:ext cx="502920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0391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— TOUS ARRONDISSEMENTS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868680" cy="347472"/>
          </a:xfrm>
          <a:prstGeom prst="rect">
            <a:avLst/>
          </a:prstGeom>
          <a:solidFill>
            <a:srgbClr val="25221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688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53896" y="2468880"/>
            <a:ext cx="868680" cy="347472"/>
          </a:xfrm>
          <a:prstGeom prst="rect">
            <a:avLst/>
          </a:prstGeom>
          <a:solidFill>
            <a:srgbClr val="252219"/>
          </a:solidFill>
          <a:ln/>
        </p:spPr>
      </p:sp>
      <p:sp>
        <p:nvSpPr>
          <p:cNvPr id="11" name="Text 9"/>
          <p:cNvSpPr/>
          <p:nvPr/>
        </p:nvSpPr>
        <p:spPr>
          <a:xfrm>
            <a:off x="1453896" y="24688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04872" y="2468880"/>
            <a:ext cx="868680" cy="347472"/>
          </a:xfrm>
          <a:prstGeom prst="rect">
            <a:avLst/>
          </a:prstGeom>
          <a:solidFill>
            <a:srgbClr val="252219"/>
          </a:solidFill>
          <a:ln/>
        </p:spPr>
      </p:sp>
      <p:sp>
        <p:nvSpPr>
          <p:cNvPr id="13" name="Text 11"/>
          <p:cNvSpPr/>
          <p:nvPr/>
        </p:nvSpPr>
        <p:spPr>
          <a:xfrm>
            <a:off x="2404872" y="24688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55848" y="2468880"/>
            <a:ext cx="868680" cy="347472"/>
          </a:xfrm>
          <a:prstGeom prst="rect">
            <a:avLst/>
          </a:prstGeom>
          <a:solidFill>
            <a:srgbClr val="252219"/>
          </a:solidFill>
          <a:ln/>
        </p:spPr>
      </p:sp>
      <p:sp>
        <p:nvSpPr>
          <p:cNvPr id="15" name="Text 13"/>
          <p:cNvSpPr/>
          <p:nvPr/>
        </p:nvSpPr>
        <p:spPr>
          <a:xfrm>
            <a:off x="3355848" y="24688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06824" y="2468880"/>
            <a:ext cx="868680" cy="347472"/>
          </a:xfrm>
          <a:prstGeom prst="rect">
            <a:avLst/>
          </a:prstGeom>
          <a:solidFill>
            <a:srgbClr val="252219"/>
          </a:solidFill>
          <a:ln/>
        </p:spPr>
      </p:sp>
      <p:sp>
        <p:nvSpPr>
          <p:cNvPr id="17" name="Text 15"/>
          <p:cNvSpPr/>
          <p:nvPr/>
        </p:nvSpPr>
        <p:spPr>
          <a:xfrm>
            <a:off x="4306824" y="24688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944368"/>
            <a:ext cx="868680" cy="347472"/>
          </a:xfrm>
          <a:prstGeom prst="rect">
            <a:avLst/>
          </a:prstGeom>
          <a:solidFill>
            <a:srgbClr val="252219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9443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453896" y="2944368"/>
            <a:ext cx="868680" cy="347472"/>
          </a:xfrm>
          <a:prstGeom prst="rect">
            <a:avLst/>
          </a:prstGeom>
          <a:solidFill>
            <a:srgbClr val="252219"/>
          </a:solidFill>
          <a:ln/>
        </p:spPr>
      </p:sp>
      <p:sp>
        <p:nvSpPr>
          <p:cNvPr id="21" name="Text 19"/>
          <p:cNvSpPr/>
          <p:nvPr/>
        </p:nvSpPr>
        <p:spPr>
          <a:xfrm>
            <a:off x="1453896" y="29443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04872" y="2944368"/>
            <a:ext cx="868680" cy="347472"/>
          </a:xfrm>
          <a:prstGeom prst="rect">
            <a:avLst/>
          </a:prstGeom>
          <a:solidFill>
            <a:srgbClr val="252219"/>
          </a:solidFill>
          <a:ln/>
        </p:spPr>
      </p:sp>
      <p:sp>
        <p:nvSpPr>
          <p:cNvPr id="23" name="Text 21"/>
          <p:cNvSpPr/>
          <p:nvPr/>
        </p:nvSpPr>
        <p:spPr>
          <a:xfrm>
            <a:off x="2404872" y="29443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55848" y="2944368"/>
            <a:ext cx="868680" cy="347472"/>
          </a:xfrm>
          <a:prstGeom prst="rect">
            <a:avLst/>
          </a:prstGeom>
          <a:solidFill>
            <a:srgbClr val="252219"/>
          </a:solidFill>
          <a:ln/>
        </p:spPr>
      </p:sp>
      <p:sp>
        <p:nvSpPr>
          <p:cNvPr id="25" name="Text 23"/>
          <p:cNvSpPr/>
          <p:nvPr/>
        </p:nvSpPr>
        <p:spPr>
          <a:xfrm>
            <a:off x="3355848" y="29443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06824" y="2944368"/>
            <a:ext cx="868680" cy="347472"/>
          </a:xfrm>
          <a:prstGeom prst="rect">
            <a:avLst/>
          </a:prstGeom>
          <a:solidFill>
            <a:srgbClr val="252219"/>
          </a:solidFill>
          <a:ln/>
        </p:spPr>
      </p:sp>
      <p:sp>
        <p:nvSpPr>
          <p:cNvPr id="27" name="Text 25"/>
          <p:cNvSpPr/>
          <p:nvPr/>
        </p:nvSpPr>
        <p:spPr>
          <a:xfrm>
            <a:off x="4306824" y="29443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419856"/>
            <a:ext cx="868680" cy="347472"/>
          </a:xfrm>
          <a:prstGeom prst="rect">
            <a:avLst/>
          </a:prstGeom>
          <a:solidFill>
            <a:srgbClr val="252219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4198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453896" y="3419856"/>
            <a:ext cx="868680" cy="347472"/>
          </a:xfrm>
          <a:prstGeom prst="rect">
            <a:avLst/>
          </a:prstGeom>
          <a:solidFill>
            <a:srgbClr val="252219"/>
          </a:solidFill>
          <a:ln/>
        </p:spPr>
      </p:sp>
      <p:sp>
        <p:nvSpPr>
          <p:cNvPr id="31" name="Text 29"/>
          <p:cNvSpPr/>
          <p:nvPr/>
        </p:nvSpPr>
        <p:spPr>
          <a:xfrm>
            <a:off x="1453896" y="34198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04872" y="3419856"/>
            <a:ext cx="868680" cy="347472"/>
          </a:xfrm>
          <a:prstGeom prst="rect">
            <a:avLst/>
          </a:prstGeom>
          <a:solidFill>
            <a:srgbClr val="252219"/>
          </a:solidFill>
          <a:ln/>
        </p:spPr>
      </p:sp>
      <p:sp>
        <p:nvSpPr>
          <p:cNvPr id="33" name="Text 31"/>
          <p:cNvSpPr/>
          <p:nvPr/>
        </p:nvSpPr>
        <p:spPr>
          <a:xfrm>
            <a:off x="2404872" y="34198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55848" y="3419856"/>
            <a:ext cx="868680" cy="347472"/>
          </a:xfrm>
          <a:prstGeom prst="rect">
            <a:avLst/>
          </a:prstGeom>
          <a:solidFill>
            <a:srgbClr val="252219"/>
          </a:solidFill>
          <a:ln/>
        </p:spPr>
      </p:sp>
      <p:sp>
        <p:nvSpPr>
          <p:cNvPr id="35" name="Text 33"/>
          <p:cNvSpPr/>
          <p:nvPr/>
        </p:nvSpPr>
        <p:spPr>
          <a:xfrm>
            <a:off x="3355848" y="34198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06824" y="3419856"/>
            <a:ext cx="868680" cy="347472"/>
          </a:xfrm>
          <a:prstGeom prst="rect">
            <a:avLst/>
          </a:prstGeom>
          <a:solidFill>
            <a:srgbClr val="252219"/>
          </a:solidFill>
          <a:ln/>
        </p:spPr>
      </p:sp>
      <p:sp>
        <p:nvSpPr>
          <p:cNvPr id="37" name="Text 35"/>
          <p:cNvSpPr/>
          <p:nvPr/>
        </p:nvSpPr>
        <p:spPr>
          <a:xfrm>
            <a:off x="4306824" y="34198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3895344"/>
            <a:ext cx="868680" cy="347472"/>
          </a:xfrm>
          <a:prstGeom prst="rect">
            <a:avLst/>
          </a:prstGeom>
          <a:solidFill>
            <a:srgbClr val="252219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389534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453896" y="3895344"/>
            <a:ext cx="868680" cy="347472"/>
          </a:xfrm>
          <a:prstGeom prst="rect">
            <a:avLst/>
          </a:prstGeom>
          <a:solidFill>
            <a:srgbClr val="252219"/>
          </a:solidFill>
          <a:ln/>
        </p:spPr>
      </p:sp>
      <p:sp>
        <p:nvSpPr>
          <p:cNvPr id="41" name="Text 39"/>
          <p:cNvSpPr/>
          <p:nvPr/>
        </p:nvSpPr>
        <p:spPr>
          <a:xfrm>
            <a:off x="1453896" y="389534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404872" y="3895344"/>
            <a:ext cx="868680" cy="347472"/>
          </a:xfrm>
          <a:prstGeom prst="rect">
            <a:avLst/>
          </a:prstGeom>
          <a:solidFill>
            <a:srgbClr val="252219"/>
          </a:solidFill>
          <a:ln/>
        </p:spPr>
      </p:sp>
      <p:sp>
        <p:nvSpPr>
          <p:cNvPr id="43" name="Text 41"/>
          <p:cNvSpPr/>
          <p:nvPr/>
        </p:nvSpPr>
        <p:spPr>
          <a:xfrm>
            <a:off x="2404872" y="389534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355848" y="3895344"/>
            <a:ext cx="868680" cy="347472"/>
          </a:xfrm>
          <a:prstGeom prst="rect">
            <a:avLst/>
          </a:prstGeom>
          <a:solidFill>
            <a:srgbClr val="252219"/>
          </a:solidFill>
          <a:ln/>
        </p:spPr>
      </p:sp>
      <p:sp>
        <p:nvSpPr>
          <p:cNvPr id="45" name="Text 43"/>
          <p:cNvSpPr/>
          <p:nvPr/>
        </p:nvSpPr>
        <p:spPr>
          <a:xfrm>
            <a:off x="3355848" y="389534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306824" y="3895344"/>
            <a:ext cx="868680" cy="347472"/>
          </a:xfrm>
          <a:prstGeom prst="rect">
            <a:avLst/>
          </a:prstGeom>
          <a:solidFill>
            <a:srgbClr val="252219"/>
          </a:solidFill>
          <a:ln/>
        </p:spPr>
      </p:sp>
      <p:sp>
        <p:nvSpPr>
          <p:cNvPr id="47" name="Text 45"/>
          <p:cNvSpPr/>
          <p:nvPr/>
        </p:nvSpPr>
        <p:spPr>
          <a:xfrm>
            <a:off x="4306824" y="389534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577840" y="2011680"/>
            <a:ext cx="3291840" cy="2560320"/>
          </a:xfrm>
          <a:prstGeom prst="rect">
            <a:avLst/>
          </a:prstGeom>
          <a:solidFill>
            <a:srgbClr val="1A17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577840" y="2011680"/>
            <a:ext cx="3291840" cy="320040"/>
          </a:xfrm>
          <a:prstGeom prst="rect">
            <a:avLst/>
          </a:prstGeom>
          <a:solidFill>
            <a:srgbClr val="7A6030"/>
          </a:solidFill>
          <a:ln/>
        </p:spPr>
      </p:sp>
      <p:sp>
        <p:nvSpPr>
          <p:cNvPr id="50" name="Text 48"/>
          <p:cNvSpPr/>
          <p:nvPr/>
        </p:nvSpPr>
        <p:spPr>
          <a:xfrm>
            <a:off x="5577840" y="20391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BANLIEUE PROCHE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715000" y="245059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Neuilly-sur-Seine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715000" y="270662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Boulogne-Billancourt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715000" y="296265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Issy-les-Moulineaux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715000" y="321868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Montrouge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715000" y="347472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Saint-Cloud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715000" y="373075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Versailles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15000" y="398678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Vincennes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715000" y="424281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Saint-Maur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unique 63 € TTC/m² — aucune majoration selon la distance dans cette zone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François Gaillard · Spécialiste parquet ancien Paris · 07 83 92 58 94 · poncageparquetvitrificationfrancois.com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DEMANDEZ UN DEVIS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photos de votre parquet</a:t>
            </a:r>
            <a:endParaRPr lang="en-US" sz="2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SMS</a:t>
            </a:r>
            <a:endParaRPr lang="en-US" sz="2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réponse rapide avec le tarif exact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0" y="2560320"/>
            <a:ext cx="4572000" cy="77724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25603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0B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SMS · 07 83 92 58 94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0" y="3520440"/>
            <a:ext cx="2743200" cy="27432"/>
          </a:xfrm>
          <a:prstGeom prst="rect">
            <a:avLst/>
          </a:prstGeom>
          <a:solidFill>
            <a:srgbClr val="7A603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poncageparquetvitrificationfrancois.com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François Gaillard · Montrouge (92120) · SIRET 81182012500011 · 220+ avis Google 4,9/5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526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92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"Je ne rénove pas des parquets. Je révèle des bois destinés à traverser les océans."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Ponçage Parquet Vitrification François — Paris</dc:title>
  <dc:subject>PptxGenJS Presentation</dc:subject>
  <dc:creator>François Gaillard</dc:creator>
  <cp:lastModifiedBy>François Gaillard</cp:lastModifiedBy>
  <cp:revision>1</cp:revision>
  <dcterms:created xsi:type="dcterms:W3CDTF">2026-04-20T18:15:41Z</dcterms:created>
  <dcterms:modified xsi:type="dcterms:W3CDTF">2026-04-20T18:15:41Z</dcterms:modified>
</cp:coreProperties>
</file>